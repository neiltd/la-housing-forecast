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 only if Professor Yu asks about crime. Two reasons it is not in the main talk: it covers only part of our neighborhoods, and it does not help predict prices. LAPD data only covers the City of LA, so this is 91 neighborhoods. We counted crimes within 1.5 kilometers of each neighborhood per 1,000 residents, and split them into violent crime (murder, rape, robbery, aggravated assault) and property crime, using the FBI definitions so 2021 and 2025 count the same things. On the left, violent crime and home value go together strongly: safer neighborhoods cost more, correlation minus 0.68. But the question for forecasting is whether crime tells us anything beyond price. The middle and right panels compare neighborhoods at the same price level. Crime did not predict which neighborhoods fell more in 2022 and 2023, p equals 0.59, or which are rising over the last year, p equals 0.68. Without the price control, high-crime areas did grow less this year, but that is just because they are the cheaper areas, and cheaper areas grew less. Same answer for total crime and property crime.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APPENDIX · ONLY IF ASKED ABOUT CRIME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Crime tracks price, but it didn't predict the 2022 drop or today's winners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IT'S IN THE APPENDIX  </a:t>
            </a:r>
            <a:r>
              <a:rPr sz="1250" b="0" i="0">
                <a:solidFill>
                  <a:srgbClr val="16213E"/>
                </a:solidFill>
                <a:latin typeface="Arial"/>
              </a:rPr>
              <a:t>Crime data covers only the City of LA (91 of 496 neighborhoods), and it adds nothing to price prediction: at the same price level, p = 0.59 and 0.68. Price already carries it.</a:t>
            </a:r>
          </a:p>
        </p:txBody>
      </p:sp>
      <p:pic>
        <p:nvPicPr>
          <p:cNvPr id="10" name="Picture 9" descr="City of LA neighborhoods: violent crime vs home value, and vs the 2022-23 drop and last-12-month change after controlling for price" title="City of LA neighborhoods: violent crime vs home value, and vs the 2022-23 drop and last-12-month change after controllin"/>
          <p:cNvPicPr>
            <a:picLocks noChangeAspect="1"/>
          </p:cNvPicPr>
          <p:nvPr/>
        </p:nvPicPr>
        <p:blipFill>
          <a:blip r:embed="rId2"/>
          <a:stretch>
            <a:fillRect/>
          </a:stretch>
        </p:blipFill>
        <p:spPr>
          <a:xfrm>
            <a:off x="1380702" y="1569720"/>
            <a:ext cx="6382594" cy="211988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