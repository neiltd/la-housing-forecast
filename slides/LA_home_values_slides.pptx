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dashed line is a log-linear trend from lecture 3, about 4.5 percent a year. Prices were 54 percent above it in 2006 and 25 percent below it in 2012, and today they sit only about 3 percent above it, so the stall looks like prices returning to trend. After inflation the picture is the same: prices are about 3 percent below a 2.1 percent a year real trend, which matches the chart Professor Yu showed in class.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four models that use outside information. On top of those we asked three chat LLMs, Claude, GPT and Gemini, for forecasts at the same dates.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The ranking holds if we score in dollars with RMSE instead: ARIMAX is still first at about 36 thousand dollars.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asked three chat LLMs, Claude, GPT and Gemini, to forecast at the same eighteen dates, through their APIs, one fresh request per prompt, with only the data up to each date and no code. At first they looked brilliant: between 1.3 and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1.3 to 2.8 percent, GPT's to 2.7, and Gemini's to 3.0. At twelve months ahead the drop is even bigger.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 that? Each AI got the same question three ways, every time through its API as a fresh request with no memory of the others. Named tells it this is LA, with real dates. Blind hides the place and dates but keeps the real mortgage rate, and that is enough to give the years away: when we asked Claude to name the blind series, it said Los Angeles 16 times out of 18 and got the dates exactly right. Masked shows only the last ten years of a rescaled index, so there is nothing to recognize: Claude never named LA. The chart shows what that means at the 2022 peak. In April 2022, prices had risen 17 percent in a year. With the named and blind prompts, Claude forecast a fall, close to what happened. With the masked prompt it forecast another 12 percent rise, just like our ARIMAX. Without its memory, the AI does what a time-series model does: it extends the momentum. One more check: if we give the masked prompt every month back to 2000, the 2006 bubble and the 2008 crash give the dates away again, and Claude calls the turn, -4.7 percent.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charts on one slide: how rates move prices, and where prices go next. Top: we used the VAR from class and traced what happens to LA home values after a one-point rise in the mortgage rate. Values barely move for a few months, then fall: about 4.5 percent lower after a year and 9 percent after two, and the level stays lower while rates stay high. A Granger test agrees on the direction, though only borderline, p equals 0.052. Inside ARIMAX neither outside variable is significant on its own: the rate term has the expected negative sign but p is 0.16, and payroll jobs have p 0.29. We also tried income and crime; neither helps a 12-month forecast. So the simple model wins. ARIMAX uses rates from 24 months back, so a 12-month forecast never needs future rates. Bottom: our best model forecasts about 998 thousand dollars in August 2027, up 4.8 percent, but the honest headline is the range, from a 6 percent fall to a 17 percent rise. Like every model here, it extends the trend and will miss the next turning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Pacific Palisades is down because of the January 2025 fire, not the market.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takeaways. First, for a smooth monthly housing index, simple models beat complex ones, including the Chronos foundation model. Second, how you test decides who wins: one blind window would have picked the wrong model. Third, and the same lesson for AI: you cannot backtest a chat LLM on years it has already read about. Fourth, mortgage rates matter, but slowly: a one-point rise lowers values about nine percent over two years, and local jobs add nothing on top. And fifth, the metro average hides a split market. One common factor drives most of the movement across neighborhoods, but each neighborhood's own trend is what you need to forecast it. If you are buying or lending in LA, look at the neighborhood, not the metro number. With more time, we would test other cities, score the AI live on months after its training cutoff, and try made-up series it cannot have seen.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 Also 1st on RMSE ($35.8K).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SINGLE BLIND TEST (ONE WINDOW)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FORECASTS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Chat LLMs won by memory, not forecasting</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870977"/>
            <a:ext cx="5577840" cy="2096489"/>
          </a:xfrm>
          <a:prstGeom prst="rect">
            <a:avLst/>
          </a:prstGeom>
        </p:spPr>
      </p:pic>
      <p:sp>
        <p:nvSpPr>
          <p:cNvPr id="8" name="TextBox 7"/>
          <p:cNvSpPr txBox="1"/>
          <p:nvPr/>
        </p:nvSpPr>
        <p:spPr>
          <a:xfrm>
            <a:off x="6217920" y="1380744"/>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691640"/>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569464"/>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FORECASTS,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LLMs' edge disappears once we mask the data</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Given the blind data, Claude named Los Angeles 16 of 18 times and got the dates exactly right. Masked: 0 of 18.</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mortgage rate</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it knows the place and the years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No place or dates, but the real rate</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the 2022 rate jump dates the series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Last 10 years only; no place, dates or rate</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The fair test</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3474720" y="1455932"/>
            <a:ext cx="5257800" cy="206704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slowly; we forecast +5% by Aug 2027</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283646" y="1261872"/>
            <a:ext cx="3833507" cy="1593341"/>
          </a:xfrm>
          <a:prstGeom prst="rect">
            <a:avLst/>
          </a:prstGeom>
        </p:spPr>
      </p:pic>
      <p:pic>
        <p:nvPicPr>
          <p:cNvPr id="8" name="Picture 7"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449318" y="2928366"/>
            <a:ext cx="3502162" cy="1593341"/>
          </a:xfrm>
          <a:prstGeom prst="rect">
            <a:avLst/>
          </a:prstGeom>
        </p:spPr>
      </p:pic>
      <p:sp>
        <p:nvSpPr>
          <p:cNvPr id="9" name="TextBox 8"/>
          <p:cNvSpPr txBox="1"/>
          <p:nvPr/>
        </p:nvSpPr>
        <p:spPr>
          <a:xfrm>
            <a:off x="6217920" y="1335024"/>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−9.2%</a:t>
            </a:r>
          </a:p>
        </p:txBody>
      </p:sp>
      <p:sp>
        <p:nvSpPr>
          <p:cNvPr id="10" name="TextBox 9"/>
          <p:cNvSpPr txBox="1"/>
          <p:nvPr/>
        </p:nvSpPr>
        <p:spPr>
          <a:xfrm>
            <a:off x="6217920" y="1741424"/>
            <a:ext cx="251460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two years after a 1-point rate rise (−4.5% after one)</a:t>
            </a:r>
          </a:p>
        </p:txBody>
      </p:sp>
      <p:sp>
        <p:nvSpPr>
          <p:cNvPr id="11" name="TextBox 10"/>
          <p:cNvSpPr txBox="1"/>
          <p:nvPr/>
        </p:nvSpPr>
        <p:spPr>
          <a:xfrm>
            <a:off x="6217920" y="2149856"/>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p = 0.052</a:t>
            </a:r>
          </a:p>
        </p:txBody>
      </p:sp>
      <p:sp>
        <p:nvSpPr>
          <p:cNvPr id="12" name="TextBox 11"/>
          <p:cNvSpPr txBox="1"/>
          <p:nvPr/>
        </p:nvSpPr>
        <p:spPr>
          <a:xfrm>
            <a:off x="6217920" y="2556256"/>
            <a:ext cx="251460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rates lead prices (Granger, borderline). In ARIMAX: rate p = 0.16, jobs p = 0.29</a:t>
            </a:r>
          </a:p>
        </p:txBody>
      </p:sp>
      <p:sp>
        <p:nvSpPr>
          <p:cNvPr id="13" name="TextBox 12"/>
          <p:cNvSpPr txBox="1"/>
          <p:nvPr/>
        </p:nvSpPr>
        <p:spPr>
          <a:xfrm>
            <a:off x="6217920" y="2964688"/>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$998K (+4.8%)</a:t>
            </a:r>
          </a:p>
        </p:txBody>
      </p:sp>
      <p:sp>
        <p:nvSpPr>
          <p:cNvPr id="14" name="TextBox 13"/>
          <p:cNvSpPr txBox="1"/>
          <p:nvPr/>
        </p:nvSpPr>
        <p:spPr>
          <a:xfrm>
            <a:off x="6217920" y="3371088"/>
            <a:ext cx="25146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August 2027</a:t>
            </a:r>
          </a:p>
        </p:txBody>
      </p:sp>
      <p:sp>
        <p:nvSpPr>
          <p:cNvPr id="15" name="TextBox 14"/>
          <p:cNvSpPr txBox="1"/>
          <p:nvPr/>
        </p:nvSpPr>
        <p:spPr>
          <a:xfrm>
            <a:off x="6217920" y="3630168"/>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6" name="TextBox 15"/>
          <p:cNvSpPr txBox="1"/>
          <p:nvPr/>
        </p:nvSpPr>
        <p:spPr>
          <a:xfrm>
            <a:off x="6217920" y="4036568"/>
            <a:ext cx="25146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436049" y="1569720"/>
            <a:ext cx="2797180"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 and what we would do next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try made-up look-alike series the AI cannot have seen.</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if you test fairly</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 models beat ML and Chronos; one blind window would have crowned LightGBM (10th overall).</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An LLM can't be backtested on years it has read about</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Chatbots beat every model until we hid the place, dates and rate; then they only tied ARIMAX.</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