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on average, with a 37 percent crash from 2006 to 2012. The dashed line is a fitted trend, about 4.5 percent a year, and prices today sit close to it. The typical home is worth about 952 thousand dollars, 1.3 percent below the January 2025 peak.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history gives us a difficult forecasting test. Our data: the Zillow index, about 500 neighborhoods, the mortgage rate, and payroll jobs for LA and Orange County. We compared fourteen models, from a simple naive-drift benchmark to neural networks and Amazon's Chronos foundation model, plus three AI chatbots. Every model setting, including the mortgage-rate lag, was chosen on training data only. Our main test is a rolling-origin test: we repeat a twelve-month forecast at eighteen start dates, every three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ARIMAX, which is ARIMA plus the mortgage rate, had the lowest average error, 2.67 percent, just ahead of plain ARIMA at 2.77. The gap is small. Neural networks landed in the middle, tree models lower, and Prophet had the highest error in our test. The ranking holds in dollars too. One honest point: at twelve months ahead, ARIMAX and naive drift, which just extends the historical average growth, both have errors of about five percent: 5.0 and 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test at eighteen dates instead of one? In a single 80/20 split, LightGBM, circled in red, won with 2.2 percent error. Across our rolling tests it ranked tenth, and ARIMAX, in green, was first. The long test forecasts 64 months at once, so it is a different task. The ranking depends on the forecast period and horizon, so we put more weight on repeated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asked whether chatbots could improve on these results. Chatbots introduce another testing problem: they may recognize the historical period. We asked Claude, GPT and Gemini to forecast the same eighteen dates, each as a fresh API request with only the data up to that date. At first they looked brilliant: 1.3 to 1.6 percent error, better than every model. But all eighteen dates are before their training cutoff, so these periods may already be familiar to them. When we hid the place, the dates and the mortgage rate, Claude's error rose to 2.8 percent, GPT's to 2.7 and Gemini's to 3.0. Their average errors were close to ARIMAX's, and at month 12 our statistical test did not detect a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 forecast made in April 2022, just before the downturn. With the clues, Claude forecast a fall, close to what happened. With the masked prompt, Claude predicted continued growth, as ARIMAX did. The masked forecast and ARIMAX both missed the downturn.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examined the relationship with rates and produced a forecast for August 2027.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but the rate still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forecast describes the metro average. Individual neighborhoods look very different. Of 496 neighborhoods with recent data, 220 rose more than 2 percent in the last year, 216 stayed within 2 percent, and 60 fell. [Switch to the browser.] Blue is rising, red is falling. The map shows gains in selected coastal neighborhoods, including North of Montana, Point Dume and Corona del Mar, and declines in parts of central LA such as Koreatown. [Click one neighborhood.] Each shows its value, its change and our 12-month forecast. [Back to the slides.] Higher starting prices were associated with larger declines in LA County after 2022.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a simple ARIMAX had the lowest average error, about 2.7 percent; a full year out, the naive benchmark was just as good; and masked AI showed no clear advantage. Four takeaways. Simple models were competitive. Chatbots need tests on new outcomes before we can judge their forecasting value; the recognition checks suggest historical familiarity contributed to their apparent advantage. Rates showed a delayed relationship, and jobs did not improve our forecast. And the metro average is only part of the picture. Next, we would test more cities, score the AI live after its training cutoff, and feed it altered histories to see whether it forecasts or recalls.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Monthly Zillow home values for the LA metro, January 2000 to August 2026, with mortgage rates and neighborhood data</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After decades of growth, LA home values have stalled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home value, LA metro,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Below the January 2025 peak</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at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MAPE measures how far forecasts are from actual values, in percent. We average the absolute errors across months 1 to 12 and all 18 start dates. Lower is better.</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CHATBOTS</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AI chatbots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HOW WE TESTED</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Rolling-origin test (main)</a:t>
            </a:r>
          </a:p>
        </p:txBody>
      </p:sp>
      <p:sp>
        <p:nvSpPr>
          <p:cNvPr id="31" name="TextBox 30"/>
          <p:cNvSpPr txBox="1"/>
          <p:nvPr/>
        </p:nvSpPr>
        <p:spPr>
          <a:xfrm>
            <a:off x="6217919" y="19629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Repeated 12-month forecasts: update every 3 months, 18 start dates</a:t>
            </a:r>
          </a:p>
        </p:txBody>
      </p:sp>
      <p:sp>
        <p:nvSpPr>
          <p:cNvPr id="32" name="TextBox 31"/>
          <p:cNvSpPr txBox="1"/>
          <p:nvPr/>
        </p:nvSpPr>
        <p:spPr>
          <a:xfrm>
            <a:off x="6217919" y="23347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Single 80/20 split</a:t>
            </a:r>
          </a:p>
        </p:txBody>
      </p:sp>
      <p:sp>
        <p:nvSpPr>
          <p:cNvPr id="33" name="TextBox 32"/>
          <p:cNvSpPr txBox="1"/>
          <p:nvPr/>
        </p:nvSpPr>
        <p:spPr>
          <a:xfrm>
            <a:off x="6217919" y="250545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through April 2021, then forecast the next 64 months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ROLLING-ORIGIN TEST</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ARIMAX had the lowest average forecast error</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289304"/>
          <a:ext cx="5394960" cy="3259835"/>
        </p:xfrm>
        <a:graphic>
          <a:graphicData uri="http://schemas.openxmlformats.org/drawingml/2006/chart">
            <c:chart xmlns:c="http://schemas.openxmlformats.org/drawingml/2006/chart" r:id="rId2"/>
          </a:graphicData>
        </a:graphic>
      </p:graphicFrame>
      <p:sp>
        <p:nvSpPr>
          <p:cNvPr id="8" name="TextBox 7"/>
          <p:cNvSpPr txBox="1"/>
          <p:nvPr/>
        </p:nvSpPr>
        <p:spPr>
          <a:xfrm>
            <a:off x="6126480" y="1380744"/>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 (MAPE)</a:t>
            </a:r>
          </a:p>
        </p:txBody>
      </p:sp>
      <p:sp>
        <p:nvSpPr>
          <p:cNvPr id="9" name="TextBox 8"/>
          <p:cNvSpPr txBox="1"/>
          <p:nvPr/>
        </p:nvSpPr>
        <p:spPr>
          <a:xfrm>
            <a:off x="6126480" y="1691640"/>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569464"/>
            <a:ext cx="260604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average error across months 1 to 12. ARIMAX adds mortgage-rate information to ARIMA; plain ARIMA was close, at 2.77%. At month 12 alone: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80/20 SPLIT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LightGBM ranked first in one long test, but tenth in repeated 12-month tests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1st in the 64-month test (2.2% error), 10th in repeated 12-month tests. LightGBM's lead did not hold under our main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AI's edge faded once we removed the clues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CLAUDE: NAMED → MASKED</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average error rose from 1.3% to 2.8%, close to ARIMAX's 2.67%. These historical periods may already be familiar to the chatbots.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Masking cut recognition, but didn't remove it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Claude identified LA in 16/18 blind prompts and 0/18 masked prompts. It could still estimate the period from the masked data.</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rates</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Most clues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Place, dates hidden; rates kept</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Rates can reveal dates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10 years, rescaled; no place, dates, rates</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with a delay; we forecast +4.8%</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ESTIMATED HOME-VALUE RESPONSE TO A 1-POINT MORTGAGE-RATE SHOCK</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VAR-estimated response after two years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for context: ARIMA's 80% interval by August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Some neighborhoods are rising while others are falling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rising &gt;2% · within ±2% · falling &gt;2%, last 12 months (496 neighborhoods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in LA County, doubling the starting home value went with a 1.2-point larger decline after the 2022 peak</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answer: simple models held up best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feed AI altered histories to check whether it forecasts the data or recalls the past.</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models were competitive</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ARIMAX had the lowest average error; naive drift was equally competitive at month 12.</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Test chatbots on outcomes they cannot know</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Historical chatbot tests can be affected by recognition of past events.</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Rates showed a delayed relationship</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Adding jobs did not improve our forecast; turning points stayed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is only part of the picture</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Results varied; per-neighborhood ARIMA beat naive drift (2.8% vs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